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48" autoAdjust="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CD47BD-7E0C-4061-B6F0-EAC64697D0E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45112E-B469-48CF-8288-A6CA2AC35EB6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6B3AB32-59DF-41F1-9618-EDFBF504962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5B76177-7E17-4C08-BCAF-6370CE4DD5D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F07ED22-AFD6-4CE6-8446-05BEBB698395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C212FE2-34A0-4075-8D17-1A6F68CE7D5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B9470AF-490B-4FD8-B1E1-E62D36C5A7A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0ABC63D-E5CD-46CB-9F15-2A6585A6CE9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CC7C31-A1C7-41D6-A501-3CB2206CB7B3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301D2A5-C908-4309-8A4C-B2FF6E6D8241}" type="datetime1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FA17F36-2605-4094-A83A-310112F38964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BF53E61-1384-47A3-AB7D-43BC2F27579A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CEDA8D8-241E-4B2D-8F87-51FA906B048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8288567-20A3-4258-9380-C30A165160E8}" type="datetime1">
              <a:rPr lang="zh-TW" altLang="en-US" noProof="0" smtClean="0"/>
              <a:t>2026/3/21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B700CC4-AD83-4E93-96C0-B6601C3C0372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生成1份投影片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AI 驅動的簡報自動化流程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為何需要自動生成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節省 80% 製作時間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維持品牌一致性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即時多語系輸出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一鍵產生視覺設計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核心技術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透過自然語言處理理解主題，結合知識圖譜與設計規則引擎，自動選擇版型、配色與圖表，生成符合視覺傳達理論的專業簡報。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應用場景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初創提案 5 分鐘完成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行銷活動多版本測試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教育訓練教材快速迭代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線上會議即時簡報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en-US">
                <a:eaFont typeface="Century Gothic"/>
                <a:latin typeface="Century Gothic"/>
              </a:rPr>
              <a:t>Bill Gates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en-US" sz="2000">
                <a:eaFont typeface="Century Gothic"/>
                <a:latin typeface="Century Gothic"/>
              </a:rPr>
              <a:t>““The advance of technology is based on making it fit in so that you don’t really even notice it.””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立即體驗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輸入主題，30 秒取得完整簡報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紅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582_TF56390039_Win32" id="{5F43E152-EBA6-4514-BA79-F1181C68F656}" vid="{F1AD3F8F-74D8-435A-839E-784C5D61D22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{FBA5A9D4-2915-40A4-AD09-261436BDC87D}TF9cd6fad6-da1d-416b-8dc8-a086cd1045b128451ac4_win32-2e5d53ef4f2b</Template>
  <TotalTime>0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Microsoft JhengHei UI</vt:lpstr>
      <vt:lpstr>Gill Sans MT</vt:lpstr>
      <vt:lpstr>Wingdings 2</vt:lpstr>
      <vt:lpstr>紅利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子堤 曾</dc:creator>
  <cp:lastModifiedBy>子堤 曾</cp:lastModifiedBy>
  <cp:revision>1</cp:revision>
  <dcterms:created xsi:type="dcterms:W3CDTF">2026-03-21T09:52:03Z</dcterms:created>
  <dcterms:modified xsi:type="dcterms:W3CDTF">2026-03-21T09:52:34Z</dcterms:modified>
</cp:coreProperties>
</file>