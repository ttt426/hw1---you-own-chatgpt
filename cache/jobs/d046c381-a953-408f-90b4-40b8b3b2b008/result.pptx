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PowerPoint 的歷史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從 1987 到今日的簡報演化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誕生背景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1987 年由 Forethought 公司推出，原稱「Presenter」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 Macintosh 專用，首創「幻燈片」隱喻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三個月內被微軟以 1,400 萬美元收購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1990 年代：Windows 普及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1990 年 PowerPoint 2.0 登陸 Windows，彩色模板與圖表功能讓商業簡報迅速標準化，奠定「一頁一主題」的簡報黃金法則。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2000 年代：多媒體整合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Office 套件深度整合，插入影片與動畫更流暢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2003 年簡報者檢視畫面問世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線上分享與協作功能初登場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2010 年代：雲端與行動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PowerPoint 2010 支援即時廣播，Office 365 推出雲端同步，iPad 版 App 更讓簡報脫離電腦，隨時隨地編輯與簡報。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微軟執行長 Satya Nadella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lang="zh-TW" sz="2000">
                <a:eaFont typeface="Microsoft JhengHei"/>
                <a:latin typeface="Microsoft JhengHei"/>
              </a:rPr>
              <a:t>“「PowerPoint 不只是軟體，而是人類思想與決策的共通語言。」”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未來展望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AI 設計、即時翻譯與沉浸式混合實境，將持續改寫簡報的下一個 30 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絲縷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子堤 曾</dc:creator>
  <cp:lastModifiedBy>子堤 曾</cp:lastModifiedBy>
  <cp:revision>1</cp:revision>
  <dcterms:created xsi:type="dcterms:W3CDTF">2026-03-17T08:57:17Z</dcterms:created>
  <dcterms:modified xsi:type="dcterms:W3CDTF">2026-03-17T08:57:48Z</dcterms:modified>
</cp:coreProperties>
</file>