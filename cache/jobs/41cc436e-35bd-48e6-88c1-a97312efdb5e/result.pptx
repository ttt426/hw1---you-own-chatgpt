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認識人工智慧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原理、應用與未來展望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何謂人工智慧？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讓機器模擬人類智慧行為的技術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 年首次提出，如今進入深度學習時代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核心：從資料中學習並自主決策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 的關鍵技術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機器學習、深度學習與神經網路構成現代 AI 基礎，透過大量資料訓練模型，使其在影像辨識、語音理解、自然語言處理等任務達到甚至超越人類水準。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生活應用場景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智慧醫療：影像診斷、精準用藥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自駕車：即時感知與路徑規畫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客服機器人：24 小時自然語言對答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個人化推薦：影音、購物、學習平台皆採用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李飛飛教授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“「AI 將是繼電力之後最具變革性的技術。」”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倫理與挑戰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偏見資料可能導致演算法歧視，黑盒子決策降低透明度，就業結構變化引發職場焦慮。立法、跨領域合作與教育普及是建立可信賴 AI 的必要策略。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邁向智慧未來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從理解 AI、善用 AI，到與 AI 共創價值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