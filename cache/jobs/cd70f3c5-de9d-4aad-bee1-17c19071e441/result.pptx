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自我介紹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讓你快速認識我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基本資料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姓名：林思涵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學歷：國立臺灣大學資訊管理學系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專長：UI/UX 設計、資料視覺化、專案管理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工作經歷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曾任職於知名新創擔任產品設計師，帶領 4 人設計團隊，主導兩款 App 從 0 到 1 的設計流程，累積超過 50 萬次下載。透過用戶訪談與 A/B 測試，將核心功能轉換率提升 35%。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核心技能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en-US" sz="1600">
                <a:eaFont typeface="Century Gothic"/>
                <a:latin typeface="Century Gothic"/>
              </a:rPr>
              <a:t>Figma、Sketch、Adobe Creative Suite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Python 資料分析與自動化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中英文雙語溝通與簡報能力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座右銘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“設計不只是讓東西變漂亮，而是讓複雜的世界變得更簡單。”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謝謝聆聽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期待與您共創價值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