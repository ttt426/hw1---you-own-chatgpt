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12192000" cy="6858000"/>
  <p:notesSz cx="6858000" cy="9144000"/>
  <p:defaultTextStyle>
    <a:defPPr rtl="0">
      <a:defRPr lang="zh-TW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48" autoAdjust="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7CD47BD-7E0C-4061-B6F0-EAC64697D0E2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2026/3/21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445112E-B469-48CF-8288-A6CA2AC35EB6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6B3AB32-59DF-41F1-9618-EDFBF5049629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95B76177-7E17-4C08-BCAF-6370CE4DD5DB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F07ED22-AFD6-4CE6-8446-05BEBB698395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C212FE2-34A0-4075-8D17-1A6F68CE7D5F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B9470AF-490B-4FD8-B1E1-E62D36C5A7AB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標題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0ABC63D-E5CD-46CB-9F15-2A6585A6CE9B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CC7C31-A1C7-41D6-A501-3CB2206CB7B3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8301D2A5-C908-4309-8A4C-B2FF6E6D8241}" type="datetime1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8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6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4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4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7FA17F36-2605-4094-A83A-310112F38964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6BF53E61-1384-47A3-AB7D-43BC2F27579A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標題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CEDA8D8-241E-4B2D-8F87-51FA906B048F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58288567-20A3-4258-9380-C30A165160E8}" type="datetime1">
              <a:rPr lang="zh-TW" altLang="en-US" noProof="0" smtClean="0"/>
              <a:t>2026/3/21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B700CC4-AD83-4E93-96C0-B6601C3C0372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9" name="矩形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AI歷史回顧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從圖靈測試到深度學習的演進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1950年代：概念萌芽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1950年艾倫·圖靈提出「圖靈測試」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1956年達特茅斯會議確立「人工智慧」名稱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1957年感知機模型開啟機器學習先河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1980年代：專家系統崛起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知識工程將專家經驗轉化為規則資料庫，使AI首次在企業決策與醫療診斷展現商業價值，卻受限於知識獲取瓶頸與高維護成本。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1990年代：機器學習突破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1997年IBM深藍擊敗世界西洋棋王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統計學習理論取代符號推理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支援向量機與隨機森林成為主流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2010年代：深度學習革命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GPU平行運算與大數據結合，使多層神經網路在影像、語音、自然語言處理上超越人類表現，開啟AI應用普及化時代。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吳恩達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ctr"/>
            <a:r>
              <a:rPr lang="zh-TW" sz="2000">
                <a:eaFont typeface="Microsoft JhengHei"/>
                <a:latin typeface="Microsoft JhengHei"/>
              </a:rPr>
              <a:t>“「AI是新電力，將為每個產業帶來變革。」”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未來展望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通用人工智慧與倫理治理的下一章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紅利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8582_TF56390039_Win32" id="{5F43E152-EBA6-4514-BA79-F1181C68F656}" vid="{F1AD3F8F-74D8-435A-839E-784C5D61D22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{FBA5A9D4-2915-40A4-AD09-261436BDC87D}TF9cd6fad6-da1d-416b-8dc8-a086cd1045b128451ac4_win32-2e5d53ef4f2b</Template>
  <TotalTime>0</TotalTime>
  <Words>0</Words>
  <Application>Microsoft Office PowerPoint</Application>
  <PresentationFormat>寬螢幕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0</vt:i4>
      </vt:variant>
    </vt:vector>
  </HeadingPairs>
  <TitlesOfParts>
    <vt:vector size="4" baseType="lpstr">
      <vt:lpstr>Microsoft JhengHei UI</vt:lpstr>
      <vt:lpstr>Gill Sans MT</vt:lpstr>
      <vt:lpstr>Wingdings 2</vt:lpstr>
      <vt:lpstr>紅利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子堤 曾</dc:creator>
  <cp:lastModifiedBy>子堤 曾</cp:lastModifiedBy>
  <cp:revision>1</cp:revision>
  <dcterms:created xsi:type="dcterms:W3CDTF">2026-03-21T09:52:03Z</dcterms:created>
  <dcterms:modified xsi:type="dcterms:W3CDTF">2026-03-21T09:52:34Z</dcterms:modified>
</cp:coreProperties>
</file>