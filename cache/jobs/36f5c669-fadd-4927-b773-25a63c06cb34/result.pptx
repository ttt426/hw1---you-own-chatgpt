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自我介紹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簡潔有力‧兩頁呈現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關於我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熱愛學習與分享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跨領域整合經驗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以用戶為中心的思維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具備策略思考與執行力，能在快節奏環境中從 0 到 1 推動專案，並以數據驅動持續優化，為團隊與利害關係人創造價值。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感謝聆聽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期待與您共創未來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