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7"/>
    <p:sldId id="258" r:id="rId8"/>
    <p:sldId id="259" r:id="rId9"/>
    <p:sldId id="26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5" d="100"/>
          <a:sy n="85" d="100"/>
        </p:scale>
        <p:origin x="590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按一下以編輯母片子標題樣式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zh-TW" altLang="en-US"/>
              <a:t>按一下圖示以新增圖片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標題與輔助字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 (含輔助字幕)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引述名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是非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zh-TW" altLang="en-US"/>
              <a:t>按一下以編輯母片文字樣式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TW" altLang="en-US"/>
              <a:t>按一下以編輯母片標題樣式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3/17/2026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5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自我介紹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讓你快速認識我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基本資料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姓名：林曉明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學歷：國立台灣大學資訊工程學士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專長：前端開發、UI/UX 設計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語言：中文母語、英文流利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工作經歷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2020-2021：擔任新創公司前端工程師，負責React專案開發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2021-2023：加入大型電商平台，主導行動版介面優化</a:t>
            </a:r>
          </a:p>
          <a:p>
            <a:pPr/>
            <a:r>
              <a:rPr lang="zh-TW" sz="1600">
                <a:eaFont typeface="Microsoft JhengHei"/>
                <a:latin typeface="Microsoft JhengHei"/>
              </a:rPr>
              <a:t>2023-至今：自由接案，服務超過30家企業客戶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核心技能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wrap="square"/>
          <a:lstStyle/>
          <a:p>
            <a:pPr/>
            <a:r>
              <a:rPr lang="zh-TW" sz="1600">
                <a:eaFont typeface="Microsoft JhengHei"/>
                <a:latin typeface="Microsoft JhengHei"/>
              </a:rPr>
              <a:t>前端框架：React、Vue、Next.js
設計工具：Figma、Adobe XD
後端基礎：Node.js、Express
協作經驗：熟悉Git Flow與敏捷開發流程，能與跨部門團隊高效合作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 wrap="square"/>
          <a:lstStyle/>
          <a:p>
            <a:pPr/>
            <a:r>
              <a:rPr lang="zh-TW">
                <a:eaFont typeface="Microsoft JhengHei"/>
                <a:latin typeface="Microsoft JhengHei"/>
              </a:rPr>
              <a:t>期待與你合作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 wrap="square"/>
          <a:lstStyle/>
          <a:p>
            <a:pPr algn="ctr"/>
            <a:r>
              <a:rPr lang="zh-TW">
                <a:eaFont typeface="Microsoft JhengHei"/>
                <a:latin typeface="Microsoft JhengHei"/>
              </a:rPr>
              <a:t>連絡方式：hsiaoming@email.com | +886-912-345-678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絲縷">
  <a:themeElements>
    <a:clrScheme name="Wisp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0</TotalTime>
  <Words>0</Words>
  <Application>Microsoft Office PowerPoint</Application>
  <PresentationFormat>寬螢幕</PresentationFormat>
  <Paragraphs>0</Paragraphs>
  <Slides>1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</vt:i4>
      </vt:variant>
    </vt:vector>
  </HeadingPairs>
  <TitlesOfParts>
    <vt:vector size="5" baseType="lpstr">
      <vt:lpstr>Arial</vt:lpstr>
      <vt:lpstr>Century Gothic</vt:lpstr>
      <vt:lpstr>Wingdings 3</vt:lpstr>
      <vt:lpstr>絲縷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簡報</dc:title>
  <dc:creator>子堤 曾</dc:creator>
  <cp:lastModifiedBy>子堤 曾</cp:lastModifiedBy>
  <cp:revision>1</cp:revision>
  <dcterms:created xsi:type="dcterms:W3CDTF">2026-03-17T08:57:17Z</dcterms:created>
  <dcterms:modified xsi:type="dcterms:W3CDTF">2026-03-17T08:57:48Z</dcterms:modified>
</cp:coreProperties>
</file>