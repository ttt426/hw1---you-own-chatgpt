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認識我，了解我們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姓名：張小明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學歷：國立台灣大學資訊管理系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專長：資料分析與簡報設計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興趣：攝影、登山、閱讀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我的經歷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曾任校內簡報社社長，帶領團隊獲得全國簡報大賽冠軍；在科技公司實習期間，運用資料視覺化協助優化產品流程，提升15%轉換率。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資料視覺化：Python、Power BI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簡報設計：結構化思考與美學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專案管理：敏捷開發與跨部門溝通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語言能力：中文母語、英文流利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期待與你合作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一起創造價值，迎接挑戰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