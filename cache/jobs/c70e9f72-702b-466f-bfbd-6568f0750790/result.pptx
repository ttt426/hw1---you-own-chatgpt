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AI歷史：從夢想到現實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人工智慧的關鍵里程碑與未來展望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1950-1960：概念萌芽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1956年達特茅斯會議正式誕生「人工智慧」一詞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1957年感知機(Perceptron)開啟機器學習先河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1965年ELIZA聊天機器人展示自然語言處理雛形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1980-1990：專家系統崛起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隨著知識庫與推理引擎的結合，專家系統在醫療診斷、金融風險評估及製程控制等產業大放異彩，標誌著AI第一次商業化浪潮。然而，高昂的維護成本與知識獲取瓶頸，導致熱度在90年代後期迅速消退，進入第二次AI寒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2010-2020：深度學習革命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2012年AlexNet奪下ImageNet冠軍，CNN重新崛起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2014年GAN生成對抗網路提出，AI創作成為可能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2016年AlphaGo擊敗李世乭，強化學習震撼世界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2017年Transformer架構問世，開啟大語言模型時代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李飛飛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“「AI不只是科技，更是人類價值觀的延伸；歷史的每一小步，都決定我們與機器共存的未來。」”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邁向通用人工智慧(AGI)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回顧歷史，AI從符號主義、連接主義到行為主義不斷演進；展望未來，多模態、可解釋與安全對齊將成為關鍵，讓我們共同塑造負責任且繁榮的AI生態。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