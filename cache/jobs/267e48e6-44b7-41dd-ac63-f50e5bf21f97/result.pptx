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AI的歷史演進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從夢想到現實的技術之旅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早期構想與奠基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1950年艾倫·圖靈提出「圖靈測試」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1956年達特茅斯會議確立「人工智慧」一詞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1957年感知機模型開啟機器學習時代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1960年代專家系統與符號推理興起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第一次AI寒冬（1970s-1980s）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受限於運算能力與資料不足，早期AI承諾無法兌現，專家系統瓶頸顯現，政府與投資人信心下滑，導致研究經費大幅削減，AI進入長達十年的低谷期。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重生與突破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1986年反向傳播演算法普及，神經網路復興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1997年深藍擊敗世界西洋棋冠軍卡斯帕羅夫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2006年Hinton提出深度學習概念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2012年AlexNet在ImageNet奪冠，引爆深度學習浪潮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深度學習黃金年代（2010s）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GPU平行運算與大數據結合，使多層神經網路在語音、影像、自然語言處理上超越人類基準；產業巨頭投入巨資，AI新創如雨後春筍，技術快速商品化。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生成式AI與未來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2017年Transformer架構問世，開啟大型語言模型時代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2022年ChatGPT引爆全球生成式AI熱潮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多模態模型整合文字、圖像、聲音，邁向通用人工智慧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AI治理與倫理議題成為下一階段核心挑戰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下一站：AGI與人類共生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回顧歷史，AI在起伏中前進；展望未來，我們正站在邁向通用人工智慧的關鍵節點。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