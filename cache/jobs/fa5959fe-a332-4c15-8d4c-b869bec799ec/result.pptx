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自我介紹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lang="zh-TW">
                <a:eaFont typeface="Microsoft JhengHei"/>
                <a:latin typeface="Microsoft JhengHei"/>
              </a:rPr>
              <a:t>讓你快速認識我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基本資料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姓名：張小華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現職：UX設計師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專長：介面設計與用戶研究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興趣：攝影與潛水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職涯亮點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三年內主導五款APP改版，累積下載突破200萬次；帶領四人設計團隊，推動公司導入Figma協作流程，縮短50%設計交付時間。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設計理念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ctr"/>
            <a:r>
              <a:rPr lang="zh-TW" sz="2000">
                <a:eaFont typeface="Microsoft JhengHei"/>
                <a:latin typeface="Microsoft JhengHei"/>
              </a:rPr>
              <a:t>“好的設計不是讓用戶驚嘆，而是讓他們忘記設計的存在，專注完成目標。”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感謝聆聽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lang="zh-TW">
                <a:eaFont typeface="Microsoft JhengHei"/>
                <a:latin typeface="Microsoft JhengHei"/>
              </a:rPr>
              <a:t>期待與您交流合作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絲縷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絲縷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子堤 曾</dc:creator>
  <cp:lastModifiedBy>子堤 曾</cp:lastModifiedBy>
  <cp:revision>1</cp:revision>
  <dcterms:created xsi:type="dcterms:W3CDTF">2026-03-17T08:57:17Z</dcterms:created>
  <dcterms:modified xsi:type="dcterms:W3CDTF">2026-03-17T08:57:48Z</dcterms:modified>
</cp:coreProperties>
</file>