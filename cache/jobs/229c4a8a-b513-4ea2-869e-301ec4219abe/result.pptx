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8" autoAdjust="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2026/3/21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微衛星不穩定（MSI）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從分子機制到臨床應用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什麼是 MSI？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微衛星為 1-6 個核苷酸的重複序列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DNA 錯配修復系統（MMR）失常導致長度變異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結果：基因組不穩定與累積突變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MSI 的分子機制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當 MLH1、MSH2、MSH6 或 PMS2 蛋白失去功能時，錯配修復無法完成，使微衛星序列在細胞分裂中出現長度改變，最終驅動腫瘤發生。大約 15% 大腸癌與 20-30% 子宮內膜癌呈現 MSI-H。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檢測方法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PCR 擴增 5 個標準位點（BAT-25、BAT-26 等）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免疫組織化學染色 MMR 蛋白缺失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次世代定序（NGS）評估 30-50 個微衛星位點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臨床意義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MSI-H 狀態是預後良好因子，但對 5-FU 輔助化療反應較差；同時可預測免疫檢查點抑制劑療效，MSI-H/dMMR 實體瘤已獲 FDA 核可接受 pembrolizumab 等免疫治療。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NCCN 指引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“所有大腸癌患者都應進行 MSI 或 MMR 檢測，以指導治療決策與遺傳諮詢。”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邁向精準醫療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MSI 檢測串接分子診斷與免疫治療，為患者開拓更佳存活路徑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{FBA5A9D4-2915-40A4-AD09-261436BDC87D}TF9cd6fad6-da1d-416b-8dc8-a086cd1045b128451ac4_win32-2e5d53ef4f2b</Template>
  <TotalTime>0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Microsoft JhengHei UI</vt:lpstr>
      <vt:lpstr>Gill Sans MT</vt:lpstr>
      <vt:lpstr>Wingdings 2</vt:lpstr>
      <vt:lpstr>紅利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子堤 曾</dc:creator>
  <cp:lastModifiedBy>子堤 曾</cp:lastModifiedBy>
  <cp:revision>1</cp:revision>
  <dcterms:created xsi:type="dcterms:W3CDTF">2026-03-21T09:52:03Z</dcterms:created>
  <dcterms:modified xsi:type="dcterms:W3CDTF">2026-03-21T09:52:34Z</dcterms:modified>
</cp:coreProperties>
</file>