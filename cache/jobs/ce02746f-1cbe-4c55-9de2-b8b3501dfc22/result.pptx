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認識我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自我介紹與職涯故事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基本資訊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姓名：張小安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現職：UX設計師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專長：使用者研究與互動設計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我的核心能力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我擁有5年跨平台設計經驗，帶領團隊完成超過30個產品迭代，善用數據與使用者回饋驅動設計決策，並將複雜需求轉化為易用且具吸引力的介面。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期待與你合作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一起用設計創造影響力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