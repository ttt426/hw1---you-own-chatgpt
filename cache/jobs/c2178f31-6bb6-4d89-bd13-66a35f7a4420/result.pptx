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遇見真實的我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關於我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姓名／背景：__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專業領域：__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核心技能：__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經歷亮點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從學術到產業，我累積了橫跨 __ 年的經驗，曾帶領團隊完成 __ 專案，創造 __ 成果，並持續精進 __ 技能，以因應快速變動的市場需求。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座右銘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“保持好奇、持續突破，讓改變成為最好的證明。”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感謝聆聽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期待與您共創未來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