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AI歷史簡史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從構想到生成式革命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1950-1960：啟蒙期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1956年達特茅斯會議確立「人工智慧」一詞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1957年感知機(Perceptron)奠定神經網路基礎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1970-1980：第一次寒冬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運算力不足導致XOR問題無解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政府與企業資金大幅縮減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專家系統興起，知識庫取代學習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1997：里程碑式的勝利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IBM深藍擊敗世界西洋棋冠軍卡斯帕洛夫，象徵AI在特定領域已能超越人類頂尖水準，引發全球對AI潛力的重新關注。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2010-2020：深度學習革命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2012年AlexNet奪下ImageNet冠軍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2016年AlphaGo擊敗李世乭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GPU平行運算與Big Data結合，開啟AI產業化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2022-：生成式AI浪潮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ChatGPT、DALL-E、Midjourney等生成式模型突破創作邊界，讓AI從「辨識」走向「創造」，重塑內容生產與人機互動模式。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AI的下一站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從工具到夥伴，歷史才剛開始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