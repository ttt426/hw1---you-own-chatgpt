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生成1份投影片45654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AI 驅動的簡報自動化流程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為何需要自動生成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節省 80% 製作時間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維持品牌一致性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即時多語系輸出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一鍵產生視覺設計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透過自然語言處理理解主題，結合知識圖譜與設計規則引擎，自動選擇版型、配色與圖表，生成符合視覺傳達理論的專業簡報。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初創提案 5 分鐘完成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行銷活動多版本測試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教育訓練教材快速迭代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線上會議即時簡報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en-US">
                <a:eaFont typeface="Century Gothic"/>
                <a:latin typeface="Century Gothic"/>
              </a:rPr>
              <a:t>Bill 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en-US" sz="2000">
                <a:eaFont typeface="Century Gothic"/>
                <a:latin typeface="Century Gothic"/>
              </a:rPr>
              <a:t>““The advance of technology is based on making it fit in so that you don’t really even notice it.””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立即體驗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輸入主題，30 秒取得完整簡報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