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隨意漫談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四張投影片的輕鬆之旅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為什麼是四張？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簡潔有力，聚焦重點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容易記憶，方便傳達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節省時間，提升效率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留白空間，激發想像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靈感從哪來？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生活裡的每個縫隙都藏著故事：咖啡杯緣的泡沫形狀、捷運車窗上的倒影、深夜便利商店的光暈。隨意並非漫不經心，而是對世界保持開放，讓驚喜有縫可鑽。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約翰・藍儂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lang="zh-TW" sz="2000">
                <a:eaFont typeface="Microsoft JhengHei"/>
                <a:latin typeface="Microsoft JhengHei"/>
              </a:rPr>
              <a:t>“「生活就是當你忙著做其他計畫時，發生在你身上的事。」”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謝謝聆聽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保持隨意，保持好奇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