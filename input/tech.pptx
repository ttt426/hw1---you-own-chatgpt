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2"/>
  </p:notesMasterIdLst>
  <p:handoutMasterIdLst>
    <p:handoutMasterId r:id="rId3"/>
  </p:handoutMasterIdLst>
  <p:sldSz cx="12192000" cy="6858000"/>
  <p:notesSz cx="6858000" cy="9144000"/>
  <p:defaultTextStyle>
    <a:defPPr rtl="0">
      <a:defRPr lang="zh-TW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48" autoAdjust="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7CD47BD-7E0C-4061-B6F0-EAC64697D0E2}" type="datetime1">
              <a:rPr lang="zh-TW" altLang="en-US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2026/3/21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n-US" altLang="zh-TW" smtClean="0">
                <a:latin typeface="Microsoft JhengHei UI" panose="020B0604030504040204" pitchFamily="34" charset="-120"/>
                <a:ea typeface="Microsoft JhengHei UI" panose="020B0604030504040204" pitchFamily="34" charset="-120"/>
              </a:rPr>
              <a:t>‹#›</a:t>
            </a:fld>
            <a:endParaRPr lang="zh-TW" altLang="en-US">
              <a:latin typeface="Microsoft JhengHei UI" panose="020B0604030504040204" pitchFamily="34" charset="-120"/>
              <a:ea typeface="Microsoft JhengHei U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445112E-B469-48CF-8288-A6CA2AC35EB6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 altLang="en-US" noProof="0"/>
              <a:t>按一下以編輯母片文字樣式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C6B3AB32-59DF-41F1-9618-EDFBF5049629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Microsoft JhengHei UI" panose="020B0604030504040204" pitchFamily="34" charset="-120"/>
        <a:ea typeface="Microsoft JhengHei UI" panose="020B0604030504040204" pitchFamily="34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zh-TW" altLang="en-US" noProof="0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95B76177-7E17-4C08-BCAF-6370CE4DD5D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EF07ED22-AFD6-4CE6-8446-05BEBB698395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0C212FE2-34A0-4075-8D17-1A6F68CE7D5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BB9470AF-490B-4FD8-B1E1-E62D36C5A7A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標題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0ABC63D-E5CD-46CB-9F15-2A6585A6CE9B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CC7C31-A1C7-41D6-A501-3CB2206CB7B3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TW" altLang="en-US" noProof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7" name="矩形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301D2A5-C908-4309-8A4C-B2FF6E6D8241}" type="datetime1">
              <a:rPr lang="zh-TW" altLang="en-US" smtClean="0"/>
              <a:t>2026/3/21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sz="18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sz="16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sz="1400">
                <a:solidFill>
                  <a:schemeClr val="tx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7FA17F36-2605-4094-A83A-310112F38964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 noProof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6BF53E61-1384-47A3-AB7D-43BC2F27579A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標題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 algn="l"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CEDA8D8-241E-4B2D-8F87-51FA906B048F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58288567-20A3-4258-9380-C30A165160E8}" type="datetime1">
              <a:rPr lang="zh-TW" altLang="en-US" noProof="0" smtClean="0"/>
              <a:t>2026/3/21</a:t>
            </a:fld>
            <a:endParaRPr lang="zh-TW" altLang="en-US" noProof="0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altLang="en-US" noProof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zh-TW" altLang="en-US" noProof="0"/>
              <a:t>編輯母片文字樣式</a:t>
            </a:r>
          </a:p>
          <a:p>
            <a:pPr lvl="1" rtl="0"/>
            <a:r>
              <a:rPr lang="zh-TW" altLang="en-US" noProof="0"/>
              <a:t>第二層</a:t>
            </a:r>
          </a:p>
          <a:p>
            <a:pPr lvl="2" rtl="0"/>
            <a:r>
              <a:rPr lang="zh-TW" altLang="en-US" noProof="0"/>
              <a:t>第三層</a:t>
            </a:r>
          </a:p>
          <a:p>
            <a:pPr lvl="3" rtl="0"/>
            <a:r>
              <a:rPr lang="zh-TW" altLang="en-US" noProof="0"/>
              <a:t>第四層</a:t>
            </a:r>
          </a:p>
          <a:p>
            <a:pPr lvl="4" rtl="0"/>
            <a:r>
              <a:rPr lang="zh-TW" altLang="en-US" noProof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FB700CC4-AD83-4E93-96C0-B6601C3C0372}" type="datetime1">
              <a:rPr lang="zh-TW" altLang="en-US" noProof="0" smtClean="0"/>
              <a:t>2026/3/21</a:t>
            </a:fld>
            <a:endParaRPr lang="zh-TW" altLang="en-US" noProof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zh-TW" altLang="en-US" noProof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D57F1E4F-1CFF-5643-939E-217C01CDF565}" type="slidenum">
              <a:rPr lang="en-US" altLang="zh-TW" noProof="0" smtClean="0"/>
              <a:pPr/>
              <a:t>‹#›</a:t>
            </a:fld>
            <a:endParaRPr lang="zh-TW" altLang="en-US" noProof="0"/>
          </a:p>
        </p:txBody>
      </p:sp>
      <p:sp>
        <p:nvSpPr>
          <p:cNvPr id="9" name="矩形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0" name="矩形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11" name="矩形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紅利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8582_TF56390039_Win32" id="{5F43E152-EBA6-4514-BA79-F1181C68F656}" vid="{F1AD3F8F-74D8-435A-839E-784C5D61D22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{FBA5A9D4-2915-40A4-AD09-261436BDC87D}TF9cd6fad6-da1d-416b-8dc8-a086cd1045b128451ac4_win32-2e5d53ef4f2b</Template>
  <TotalTime>0</TotalTime>
  <Words>0</Words>
  <Application>Microsoft Office PowerPoint</Application>
  <PresentationFormat>寬螢幕</PresentationFormat>
  <Paragraphs>0</Paragraphs>
  <Slides>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0</vt:i4>
      </vt:variant>
    </vt:vector>
  </HeadingPairs>
  <TitlesOfParts>
    <vt:vector size="4" baseType="lpstr">
      <vt:lpstr>Microsoft JhengHei UI</vt:lpstr>
      <vt:lpstr>Gill Sans MT</vt:lpstr>
      <vt:lpstr>Wingdings 2</vt:lpstr>
      <vt:lpstr>紅利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子堤 曾</dc:creator>
  <cp:lastModifiedBy>子堤 曾</cp:lastModifiedBy>
  <cp:revision>1</cp:revision>
  <dcterms:created xsi:type="dcterms:W3CDTF">2026-03-21T09:52:03Z</dcterms:created>
  <dcterms:modified xsi:type="dcterms:W3CDTF">2026-03-21T09:52:34Z</dcterms:modified>
</cp:coreProperties>
</file>