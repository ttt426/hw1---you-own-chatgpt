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CA2A56-BC8B-4EA8-A3D0-4485BAC536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A66DF12-FDC5-4431-9708-6E5365E3CF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5501864"/>
      </p:ext>
    </p:extLst>
  </p:cSld>
  <p:clrMapOvr>
    <a:masterClrMapping/>
  </p:clrMapOvr>
</p:sld>
</file>

<file path=ppt/theme/theme1.xml><?xml version="1.0" encoding="utf-8"?>
<a:theme xmlns:a="http://schemas.openxmlformats.org/drawingml/2006/main" name="絲縷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絲縷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子堤 曾</dc:creator>
  <cp:lastModifiedBy>子堤 曾</cp:lastModifiedBy>
  <cp:revision>1</cp:revision>
  <dcterms:created xsi:type="dcterms:W3CDTF">2026-03-17T08:57:17Z</dcterms:created>
  <dcterms:modified xsi:type="dcterms:W3CDTF">2026-03-17T08:57:48Z</dcterms:modified>
</cp:coreProperties>
</file>